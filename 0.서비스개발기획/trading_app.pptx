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90" y="3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CE4516-527D-945F-E1F4-6798E97BBB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3435A33-8D46-94B2-9790-59996A414C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1B130DD-70E8-3BE4-332B-8AB8BC29D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E8C8BE-7854-AC84-2DA6-2933EA113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C775088-301C-4492-9CEA-5D2E12C0B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9218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A88B7C-4251-76E9-C34C-07772FB03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46FEF1-2C39-652E-DF84-415CA5380D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08EDE42-61B2-A467-01BC-408691BFB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530919-8892-3304-1381-E2EC630C7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13C359-3B8D-1868-2C23-3C5FD4BD8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0162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636D4E-11DF-5952-0840-E92A3FA3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9BD270-B48F-D311-38BC-86D7641887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ABF2EF-AC89-6DC4-36A6-849E8E11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17E76F-529C-5CAE-5087-1DEBCDFBD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6FE4850-CDBF-3CB3-8BE3-DC0032B81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20209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3A2193-8043-8213-25C2-063E00C7A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9B91B32-EFF7-8EE5-0CE2-9682C81A7C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463F42-985E-E2B0-1A1C-F72E8EB640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FED25D2-6C13-5023-28AE-56060AFF0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0D56242-8E5E-1B42-660A-283083130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4A992F-DCA0-EA09-75DC-610AC4B225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14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00469E-9E51-3F1C-4DEC-ED47AAD975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8073F4-BA8A-66A9-1E9B-3E491545E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00043F-9287-A0F1-4368-D3D483CD1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49894E7E-463D-92BA-5BEB-EE512A2205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0BA70-B1CA-4372-28B4-7203489DF7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CF9588E-92FF-02BB-8CE1-590CABB56D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A983BEA4-24BB-4FB0-6CAB-A33D37ECC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A6B1B12-7A61-BE5C-031B-11B10953A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2245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F563B7-07A8-15FD-96F7-2B3DECBD8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A40C796-2FAD-A2D2-A0A2-B0AE85F8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425467F-994B-DB9B-A462-B304086129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8C0318B-2C49-206D-117D-FDB064FB43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3783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A4201CF-C0E2-D621-A3E8-E87542D5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5F23752-9744-F475-2960-1D68F26CC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545E76-BD6F-183E-4F7F-5EA0A2CBA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61038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73017D3-86B4-6EBC-AF16-993894F831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F132DE-1686-1AE6-5295-4634B2280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6820148-C1AD-9A94-560E-038BA7AB9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1B7076-7DD2-A38E-8023-7809B79F9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39CC098-B09B-8F08-EB53-0EB3C96E8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63ABDB-90D5-72C7-17E5-25C46735B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422526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2D2E55-0629-5C3C-67DC-E0981DF0D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AF9AAEE-0714-8DFF-F0A2-995AD483EE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5F5A8C2-F534-0370-A9FD-D4F5976A63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51CB5C-3CF1-017D-C21E-4830CE30E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69DA063-4C30-3D45-21CC-286C3B152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6CF100E-9476-28C1-DD0C-027EEBE4C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27775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C5DD8C-7A3B-4D68-EB9F-74FE0C1F54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2B33130-28C5-13B6-A7ED-954D242C357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668E3DD-3514-1561-3505-DB3E9C7137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52D1E0-F044-5520-32CD-F9EE95405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06861A9-290F-54D3-7853-7760E0871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29624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43F8B48-AA0E-02D6-BCA6-7688826846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00AEE83-C7FB-1861-038D-BA44AEE9FC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0B0241-31E3-D3C6-B41A-8E9D76763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C02D17-5002-F988-B071-64ACC3B28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AB9F2F-2142-429B-A280-1829EFC0E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101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3540379-650A-88D9-FAA4-3E8A8A320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F268EA6-92FA-3828-60D7-D9C6B44D3B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F9DF53-5C32-D950-4DEE-C02FD97E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A919677-3BB5-4110-AE09-6D8DA71C620F}" type="datetimeFigureOut">
              <a:rPr lang="ko-KR" altLang="en-US" smtClean="0"/>
              <a:t>2026-01-18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76F7163-9097-5C53-4626-9D26BCDDED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295298C-C5DC-788E-83F9-7902FB0FA6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93AD0F-8F97-4538-9616-8C1F18A0B82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3204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3FA743D-AF81-7F39-87A9-34B1E3D06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6220" y="0"/>
            <a:ext cx="80595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0694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8F63C46-974E-ABA6-3D6F-870FFACFCB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7470" y="0"/>
            <a:ext cx="885706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788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소프트웨어, 웹 페이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E7D8227-9795-7177-076A-EC856B1766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5622" y="0"/>
            <a:ext cx="8400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01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A2543F8-F1BB-369A-38D2-291D92286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359" y="0"/>
            <a:ext cx="721328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2355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일렉트릭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947B9C-9CA1-7DD4-4AF7-38E2400FB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8942"/>
            <a:ext cx="12192000" cy="4680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4833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와이드스크린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June Park</dc:creator>
  <cp:lastModifiedBy>June Park</cp:lastModifiedBy>
  <cp:revision>2</cp:revision>
  <dcterms:created xsi:type="dcterms:W3CDTF">2026-01-17T15:48:30Z</dcterms:created>
  <dcterms:modified xsi:type="dcterms:W3CDTF">2026-01-18T08:32:43Z</dcterms:modified>
</cp:coreProperties>
</file>